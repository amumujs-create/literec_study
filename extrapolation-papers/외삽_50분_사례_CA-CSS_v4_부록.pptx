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시험(외삽) 구간에서 터보팬 수명을 맞추는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N-CMAPSS · 처음 보는 엔진 + 고부하(TRA&gt;q90)만 평가.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24128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24128"/>
            <a:ext cx="54864" cy="2103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152144"/>
            <a:ext cx="37673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다루는 문제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항공 터보팬 남은 수명(RUL) 예측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N-CMAPSS — 엔진 9대, 센서 시계열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부하·스로틀(TRA)이 바뀌면 분포도 같이 바뀜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라벨은 ‘몇 cycle 남았나’ — 순간 TRA와 무관 (∂RUL/∂TRA=0)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4612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324612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374136"/>
            <a:ext cx="37673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평가 구간 (시험·외삽)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엔진 11·14·15 — 훈련에 없던 3대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TRA &gt; q90 — 본편 hard와 같은 고부하 밴드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새 엔진 + 새 부하 동시 (n≈159 windows)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fair epoch: v4 e15 · LSTM/Trans e120 → TabPFN 4.8대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005840"/>
            <a:ext cx="7287768" cy="3532541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_tra_hard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060704"/>
            <a:ext cx="7178040" cy="34228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17720" y="4556669"/>
            <a:ext cx="7287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시험(외삽)만 — 엔진 11·14·15 · TRA &gt; q90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hard = unit×regime 결합 외삽 — 여기서만 headline 주장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CA-CSS v4 구조 — 방향은 아키텍처에 내장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본편 S20 CMNN echo: loss가 아니라 구조가 prior.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914400"/>
            <a:ext cx="8064270" cy="235000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v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969264"/>
            <a:ext cx="7954542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3282696"/>
            <a:ext cx="80642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RUL=H−D · health TRA-blind · MonotoneLoadHead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3310128"/>
          <a:ext cx="562356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600200"/>
                <a:gridCol w="2697480"/>
              </a:tblGrid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구성요소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설계 의도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Inputs X_seq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엔진·운용→센서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window 시계열 입력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OC norm ·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스케일 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정규화·학습 안정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TRA 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H ⊥ 부하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health 경로 TRA→0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Transformer×2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열화 시간 누적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MHA 시계열 의존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Health Head →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H &gt;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softplus 잠재 건강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MonotoneLoadHead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TRA↑→D↑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∂RUL/∂TRA&lt;0 **구조 항등식**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3310128"/>
          <a:ext cx="56235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600200"/>
                <a:gridCol w="2697480"/>
              </a:tblGrid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구성요소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설계 의도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RUL = H −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건강−손상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분해 가정 (disentangled)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Isotonic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cycle↑→RUL↓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엔진별 시간 단조 후처리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L_RUL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MSE · 라벨 fit (주 loss)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L_physics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TRA Jacobian 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λ·L_phys — **보조** (구조와 중복)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부하→수명 방향은 MonotoneLoadHead 항등식 — TRA mask + RUL=H−D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∂RUL/∂TRA ≤ −softplus(w) &lt; 0 (구조상 위반 불가)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Physics loss vs 구조 prior — 무엇이 방향을 만드는가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PINN式 soft loss ≠ 여기서의 방향 메커니즘.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960120"/>
            <a:ext cx="11539728" cy="494272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hysics_vs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14984"/>
            <a:ext cx="11430000" cy="48329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921130"/>
            <a:ext cx="11539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λ_tra 스윕: RMSE·adherence 모두 무반응 · no_physics +0.33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703320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3703320"/>
            <a:ext cx="54864" cy="1965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831336"/>
            <a:ext cx="513892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L = L_RUL + λ·L_physics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L_physics: TRA Jacobian·단조 hinge (soft constraint)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no_physics: RMSE +0.33 — fit 보조 역할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λ_tra 0 / 0.05 / 0.5: RMSE ±0.09 · adherence 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703320"/>
            <a:ext cx="580644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3703320"/>
            <a:ext cx="54864" cy="19659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3831336"/>
            <a:ext cx="545896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구조 ablation → 방향 인과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full: RMSE 3.88 · ΔRUL&lt;0 100%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free_load: RMSE 4.24 · adherence 0%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mono head 제거 = worst seed 6.1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레버 = MonotoneLoadHead, not λ_tra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physics loss는 fit 보조 — counterfactual 방향은 구조 prior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‘물리 법칙 준수’ ✗ · ‘도메인 prior + OOD RMSE’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hard 구간에서 다른 모델과 비교하면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모델마다 학습 epoch 맞춘 공정 비교.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914400"/>
            <a:ext cx="7699248" cy="3778555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baseline_fair_h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969264"/>
            <a:ext cx="7589520" cy="36688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711243"/>
            <a:ext cx="7699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각 모델에 맞게 epoch 조정 후 hard 구간 RMSE·R²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2440" y="987552"/>
          <a:ext cx="27889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960120"/>
                <a:gridCol w="77724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오차(RMSE)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R²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v4+iso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3.43±0.73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0.966±0.013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4.99±0.46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0.931±0.011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TabPFN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4.79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0.937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GBM+iso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5.74±0.46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0.908±0.015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LSTM+iso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4.79±0.55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0.936±0.013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GRU+iso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4.98±0.65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0ADBC"/>
                          </a:solidFill>
                          <a:latin typeface="Apple SD Gothic Neo"/>
                          <a:ea typeface="Apple SD Gothic Neo"/>
                        </a:rPr>
                        <a:t>0.931±0.016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92440" y="3246120"/>
            <a:ext cx="370332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24612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3374136"/>
            <a:ext cx="335584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읽는 포인트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LSTM/Trans도 fair epoch면 4.8~5.0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v4+iso 3.43±0.73 · R² 0.97 (10-seed)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p=0.00017 vs TabPFN — hard만 차별화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C-MAPSS e120 ≈ Transformer (headline ✗)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결합 hard만 v4 유일 우위 — C-MAPSS 단일축은 수렴하면 비슷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무엇까지 말할 수 있고, 한 줄로 정리하면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주장 범위를 좁히고, 본편 메시지로 회수.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0584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05840"/>
            <a:ext cx="54864" cy="29260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133856"/>
            <a:ext cx="50474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말해도 되는 것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hard extrap RMSE ↓ (10-seed, p=0.00017)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구조 prior → model-input ΔRUL&lt;0 100%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MonotoneLoadHead ablation으로 인과 확인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본편 S30 체크 4항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005840"/>
            <a:ext cx="5852160" cy="2926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54864" cy="29260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133856"/>
            <a:ext cx="55046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말하지 않는 것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‘데이터가 TRA↑⇒RUL↓ 증명’ (r≈0, ∂RUL/∂TRA=0)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‘λ_tra·physics loss가 방향 생성’ (λ=0도 100%)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‘PINN/PDE 물리 법칙 준수’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‘C-MAPSS 전 split SOTA’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06908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1239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239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N-CMAPSS hard — unit×TRA 밖 (결합 외삽)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507992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5628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5628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counterfactual 부하 prior → MonotoneLoadHead 구조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46904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017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0176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L_RUL fit + L_physics 보조 — 방향은 구조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385816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4406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4406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RMSE 3.43 vs TabPFN 4.79 · worst-seed 방어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밖을 버티는 건 데이터가 아니라 구조 prior — physics loss는 fit 보조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본편 echo: 가정을 구조에 넣고, hard에서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