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188468" y="1486916"/>
            <a:ext cx="3524851" cy="4780279"/>
          </a:xfrm>
          <a:prstGeom prst="rect">
            <a:avLst/>
          </a:prstGeom>
          <a:noFill/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12097512" cy="713232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54864"/>
            <a:ext cx="23774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B4D2E6"/>
                </a:solidFill>
                <a:latin typeface="맑은 고딕"/>
              </a:rPr>
              <a:t>1/1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19456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맑은 고딕"/>
              </a:rPr>
              <a:t>GCLN 5-Step · 학습→수렴→추론  ·  Predictor⇄Inverse 5-Step · 5 loss plateau · 추론=Predictor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11789359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100" b="1">
                <a:solidFill>
                  <a:srgbClr val="7DD3FC"/>
                </a:solidFill>
                <a:latin typeface="맑은 고딕"/>
              </a:rPr>
              <a:t>SOURCE  DX 과제완료 유첨 4~6/6 · GCLN · GM1 음극 300mm/s · final_0906_temp2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115568"/>
            <a:ext cx="11789359" cy="347472"/>
          </a:xfrm>
          <a:prstGeom prst="rect">
            <a:avLst/>
          </a:prstGeom>
          <a:solidFill>
            <a:srgbClr val="1E293B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tIns="63500"/>
          <a:lstStyle/>
          <a:p>
            <a:pPr algn="ctr"/>
            <a:r>
              <a:rPr sz="1300" b="1">
                <a:solidFill>
                  <a:srgbClr val="7DD3FC"/>
                </a:solidFill>
                <a:latin typeface="맑은 고딕"/>
              </a:rPr>
              <a:t>핵심  학습: batch마다 Step1~5 ∇ 반복 → 5 loss 수렴까지  ·  추론: Predictor만 → SCR_IN/OUT</a:t>
            </a:r>
          </a:p>
        </p:txBody>
      </p:sp>
      <p:pic>
        <p:nvPicPr>
          <p:cNvPr id="9" name="Picture 8" descr="gcln_full_1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499616"/>
            <a:ext cx="3499451" cy="47548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168" y="6419088"/>
            <a:ext cx="11795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</a:rPr>
              <a:t>상→하: 학습 순환 · Step별 Loss · 5종 수렴(final_0906)  ·  완료 후 현장 추론은 Predictor 단독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